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0B8E-A176-49F2-A3C1-FEDA0200170B}" type="datetime2">
              <a:rPr lang="en-US" smtClean="0"/>
              <a:t>Tuesday, October 14, 2025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2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Tuesday, October 14,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8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292D-4609-4E55-92E3-C12C6A1234E8}" type="datetime2">
              <a:rPr lang="en-US" smtClean="0"/>
              <a:t>Tuesday, October 14,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3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E0E29-2C79-4A2A-B61C-A21B8362A50A}" type="datetime2">
              <a:rPr lang="en-US" smtClean="0"/>
              <a:t>Tuesday, October 14, 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9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0177-5432-41AC-9593-8EC96BFF4F82}" type="datetime2">
              <a:rPr lang="en-US" smtClean="0"/>
              <a:t>Tuesday, October 14,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6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9A7B-B2F1-41A3-B969-4E25F618B967}" type="datetime2">
              <a:rPr lang="en-US" smtClean="0"/>
              <a:t>Tuesday, October 14, 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2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8B79-F222-4FD1-8713-07459E1B5004}" type="datetime2">
              <a:rPr lang="en-US" smtClean="0"/>
              <a:t>Tuesday, October 14,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30FD-0818-4065-B5FE-410552D9B1BC}" type="datetime2">
              <a:rPr lang="en-US" smtClean="0"/>
              <a:t>Tuesday, October 14,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0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D289-0EBF-40C7-B6E8-60285281F180}" type="datetime2">
              <a:rPr lang="en-US" smtClean="0"/>
              <a:t>Tuesday, October 14, 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A49D-4A7C-4944-9802-8EE0B5A6CEDD}" type="datetime2">
              <a:rPr lang="en-US" smtClean="0"/>
              <a:t>Tuesday, October 14,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5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DDD-3B11-4150-8B39-3662C10D8BF9}" type="datetime2">
              <a:rPr lang="en-US" smtClean="0"/>
              <a:t>Tuesday, October 14,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9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94CDC665-7415-4DAF-AE09-B9BBC1907393}" type="datetime2">
              <a:rPr lang="en-US" smtClean="0"/>
              <a:t>Tuesday, October 14,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B3B2C43-5E36-4768-8319-6752D24B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4326E-7BB3-4929-BE33-05CA64DBB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1CF4E0-AA2D-43CA-A528-C52FB1582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9525D-906C-AFFE-D9E8-FDF25A441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319" y="576263"/>
            <a:ext cx="5054196" cy="2967606"/>
          </a:xfrm>
        </p:spPr>
        <p:txBody>
          <a:bodyPr anchor="b">
            <a:normAutofit/>
          </a:bodyPr>
          <a:lstStyle/>
          <a:p>
            <a:pPr algn="l"/>
            <a:r>
              <a:rPr lang="en-GB" sz="4800"/>
              <a:t>MPhys Project 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2039D-D02D-86FF-B3DA-A33BD8A20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9319" y="3764975"/>
            <a:ext cx="5054196" cy="2192683"/>
          </a:xfrm>
        </p:spPr>
        <p:txBody>
          <a:bodyPr>
            <a:normAutofit/>
          </a:bodyPr>
          <a:lstStyle/>
          <a:p>
            <a:pPr algn="l"/>
            <a:r>
              <a:rPr lang="en-GB" sz="2200"/>
              <a:t>Ian &amp; Aathavan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E131E-3890-87FD-A7FA-99ED86CB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08" r="24991" b="-1"/>
          <a:stretch>
            <a:fillRect/>
          </a:stretch>
        </p:blipFill>
        <p:spPr>
          <a:xfrm>
            <a:off x="-6472" y="10"/>
            <a:ext cx="5486394" cy="685798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083774-A903-4B1B-BC6A-94C1F048E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479921" y="0"/>
            <a:ext cx="287517" cy="6857992"/>
          </a:xfrm>
          <a:prstGeom prst="rect">
            <a:avLst/>
          </a:prstGeom>
          <a:solidFill>
            <a:srgbClr val="E9FF50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5FB189-1F48-4A47-B036-6AF7E11A8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504676" y="-14198"/>
            <a:ext cx="0" cy="6858000"/>
          </a:xfrm>
          <a:prstGeom prst="line">
            <a:avLst/>
          </a:prstGeom>
          <a:ln w="9525" cap="rnd">
            <a:solidFill>
              <a:srgbClr val="E9FF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B335DD-3163-4EC5-8B6B-2AB53E64D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E9FF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6387-D084-2D1A-50F3-406B2BD4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DNN4HEP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A365D-6834-9190-9F0A-8D136403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Tuesday, October 14,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D5358-9292-65B5-9E07-0AB82037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Page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F1AE-F49F-E20F-B38D-E855039C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F0A406-C9D2-1475-AE5A-69798CE39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" y="1552199"/>
            <a:ext cx="4118458" cy="21680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74C77-8743-830E-F0A1-303745755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" y="3893222"/>
            <a:ext cx="4118458" cy="21516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16A8CF-D58A-0160-E0CE-15A3FD985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573" y="1552199"/>
            <a:ext cx="4131322" cy="21680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194689-B071-D971-1B87-CAFE2ED9B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93222"/>
            <a:ext cx="3989895" cy="20729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4EA93E-28F5-8468-A094-11ACACCFCAD2}"/>
              </a:ext>
            </a:extLst>
          </p:cNvPr>
          <p:cNvSpPr txBox="1"/>
          <p:nvPr/>
        </p:nvSpPr>
        <p:spPr>
          <a:xfrm>
            <a:off x="4732544" y="1619395"/>
            <a:ext cx="106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Figure 1: Training &amp; Validation Loss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C2EC1A-1C6C-9D2F-E2CB-80D84FAA22EA}"/>
              </a:ext>
            </a:extLst>
          </p:cNvPr>
          <p:cNvSpPr txBox="1"/>
          <p:nvPr/>
        </p:nvSpPr>
        <p:spPr>
          <a:xfrm>
            <a:off x="4732543" y="3975585"/>
            <a:ext cx="1130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Figure 2: Signal vs Background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CE0AC2-8295-D6F0-CE35-1D9902E411F0}"/>
              </a:ext>
            </a:extLst>
          </p:cNvPr>
          <p:cNvSpPr txBox="1"/>
          <p:nvPr/>
        </p:nvSpPr>
        <p:spPr>
          <a:xfrm>
            <a:off x="10246941" y="1619394"/>
            <a:ext cx="1060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Figure 3: ROC Curve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9CED2-EFF3-6E98-5C02-C88226A0C62C}"/>
              </a:ext>
            </a:extLst>
          </p:cNvPr>
          <p:cNvSpPr txBox="1"/>
          <p:nvPr/>
        </p:nvSpPr>
        <p:spPr>
          <a:xfrm>
            <a:off x="10246941" y="3975585"/>
            <a:ext cx="11656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Figure 4: Feature importance curve</a:t>
            </a:r>
          </a:p>
        </p:txBody>
      </p:sp>
    </p:spTree>
    <p:extLst>
      <p:ext uri="{BB962C8B-B14F-4D97-AF65-F5344CB8AC3E}">
        <p14:creationId xmlns:p14="http://schemas.microsoft.com/office/powerpoint/2010/main" val="4270562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Offic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ante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36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Dante (Headings)2</vt:lpstr>
      <vt:lpstr>Helvetica Neue Medium</vt:lpstr>
      <vt:lpstr>Arial</vt:lpstr>
      <vt:lpstr>Georgia Pro</vt:lpstr>
      <vt:lpstr>Wingdings 2</vt:lpstr>
      <vt:lpstr>OffsetVTI</vt:lpstr>
      <vt:lpstr>MPhys Project Week 2</vt:lpstr>
      <vt:lpstr>DNN4HEP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Cowburn</dc:creator>
  <cp:lastModifiedBy>Ian Cowburn</cp:lastModifiedBy>
  <cp:revision>1</cp:revision>
  <dcterms:created xsi:type="dcterms:W3CDTF">2025-10-14T07:52:37Z</dcterms:created>
  <dcterms:modified xsi:type="dcterms:W3CDTF">2025-10-14T08:28:23Z</dcterms:modified>
</cp:coreProperties>
</file>