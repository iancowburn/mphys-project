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0B8E-A176-49F2-A3C1-FEDA0200170B}" type="datetime2">
              <a:rPr lang="en-US" smtClean="0"/>
              <a:t>Monday, October 27, 2025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2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Monday, October 27, 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82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292D-4609-4E55-92E3-C12C6A1234E8}" type="datetime2">
              <a:rPr lang="en-US" smtClean="0"/>
              <a:t>Monday, October 27, 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3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E0E29-2C79-4A2A-B61C-A21B8362A50A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9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A0177-5432-41AC-9593-8EC96BFF4F82}" type="datetime2">
              <a:rPr lang="en-US" smtClean="0"/>
              <a:t>Monday, October 27, 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6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9A7B-B2F1-41A3-B969-4E25F618B967}" type="datetime2">
              <a:rPr lang="en-US" smtClean="0"/>
              <a:t>Monday, October 27, 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2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8B79-F222-4FD1-8713-07459E1B5004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30FD-0818-4065-B5FE-410552D9B1BC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0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D289-0EBF-40C7-B6E8-60285281F180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A49D-4A7C-4944-9802-8EE0B5A6CEDD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5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89DDD-3B11-4150-8B39-3662C10D8BF9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9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94CDC665-7415-4DAF-AE09-B9BBC1907393}" type="datetime2">
              <a:rPr lang="en-US" smtClean="0"/>
              <a:t>Monday, October 27,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8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B3B2C43-5E36-4768-8319-6752D24B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44326E-7BB3-4929-BE33-05CA64DBB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1CF4E0-AA2D-43CA-A528-C52FB1582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9525D-906C-AFFE-D9E8-FDF25A441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319" y="576263"/>
            <a:ext cx="5054196" cy="2967606"/>
          </a:xfrm>
        </p:spPr>
        <p:txBody>
          <a:bodyPr anchor="b">
            <a:normAutofit/>
          </a:bodyPr>
          <a:lstStyle/>
          <a:p>
            <a:pPr algn="l"/>
            <a:r>
              <a:rPr lang="en-GB" sz="4800" dirty="0" err="1"/>
              <a:t>MPhys</a:t>
            </a:r>
            <a:r>
              <a:rPr lang="en-GB" sz="4800" dirty="0"/>
              <a:t> Project Week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2039D-D02D-86FF-B3DA-A33BD8A20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9319" y="3764975"/>
            <a:ext cx="5054196" cy="2192683"/>
          </a:xfrm>
        </p:spPr>
        <p:txBody>
          <a:bodyPr>
            <a:normAutofit/>
          </a:bodyPr>
          <a:lstStyle/>
          <a:p>
            <a:pPr algn="l"/>
            <a:r>
              <a:rPr lang="en-GB" sz="2200"/>
              <a:t>Ian &amp; Aathavan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E131E-3890-87FD-A7FA-99ED86CB49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08" r="24991" b="-1"/>
          <a:stretch>
            <a:fillRect/>
          </a:stretch>
        </p:blipFill>
        <p:spPr>
          <a:xfrm>
            <a:off x="-6472" y="10"/>
            <a:ext cx="5486394" cy="685798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B083774-A903-4B1B-BC6A-94C1F048E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479921" y="0"/>
            <a:ext cx="287517" cy="6857992"/>
          </a:xfrm>
          <a:prstGeom prst="rect">
            <a:avLst/>
          </a:prstGeom>
          <a:solidFill>
            <a:srgbClr val="E9FF50">
              <a:alpha val="25000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5FB189-1F48-4A47-B036-6AF7E11A8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504676" y="-14198"/>
            <a:ext cx="0" cy="6858000"/>
          </a:xfrm>
          <a:prstGeom prst="line">
            <a:avLst/>
          </a:prstGeom>
          <a:ln w="9525" cap="rnd">
            <a:solidFill>
              <a:srgbClr val="E9FF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B335DD-3163-4EC5-8B6B-2AB53E64D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E9FF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6387-D084-2D1A-50F3-406B2BD4F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4-Top Invariant Mass DNN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A365D-6834-9190-9F0A-8D136403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Monday, October 27,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D5358-9292-65B5-9E07-0AB82037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Page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6F1AE-F49F-E20F-B38D-E855039C9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492D94-F3FB-D1C3-53E9-76E20A1B2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45625"/>
            <a:ext cx="4623082" cy="37667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F4EF63-08A9-3A5D-8F3B-7D9841F0A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737" y="1545625"/>
            <a:ext cx="4893595" cy="37681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A3A517-0E1F-D8BE-77C0-C011FAC203D2}"/>
              </a:ext>
            </a:extLst>
          </p:cNvPr>
          <p:cNvSpPr txBox="1"/>
          <p:nvPr/>
        </p:nvSpPr>
        <p:spPr>
          <a:xfrm>
            <a:off x="9793154" y="1545625"/>
            <a:ext cx="1612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RMS Error =</a:t>
            </a:r>
            <a:br>
              <a:rPr lang="en-GB" dirty="0"/>
            </a:br>
            <a:r>
              <a:rPr lang="en-GB" dirty="0"/>
              <a:t>0.33 TeV</a:t>
            </a:r>
            <a:br>
              <a:rPr lang="en-GB" dirty="0"/>
            </a:br>
            <a:br>
              <a:rPr lang="en-GB" dirty="0"/>
            </a:br>
            <a:r>
              <a:rPr lang="en-GB" dirty="0"/>
              <a:t>Loss: 0.3577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0F4179-EA44-73C5-AC4D-0CA1F3061FBA}"/>
              </a:ext>
            </a:extLst>
          </p:cNvPr>
          <p:cNvSpPr txBox="1"/>
          <p:nvPr/>
        </p:nvSpPr>
        <p:spPr>
          <a:xfrm>
            <a:off x="420624" y="5312374"/>
            <a:ext cx="449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Figure 1: 2D Histogram of DNN Predicted Mass against the True Parton Mass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163115-0317-8061-6F25-C2471AB061CB}"/>
              </a:ext>
            </a:extLst>
          </p:cNvPr>
          <p:cNvSpPr txBox="1"/>
          <p:nvPr/>
        </p:nvSpPr>
        <p:spPr>
          <a:xfrm>
            <a:off x="5196106" y="5312374"/>
            <a:ext cx="449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Figure 2: 1D histogram of the absolute error between the data and the model</a:t>
            </a:r>
          </a:p>
        </p:txBody>
      </p:sp>
    </p:spTree>
    <p:extLst>
      <p:ext uri="{BB962C8B-B14F-4D97-AF65-F5344CB8AC3E}">
        <p14:creationId xmlns:p14="http://schemas.microsoft.com/office/powerpoint/2010/main" val="4270562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20F3-0024-4F44-8C94-824AE51F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4-Top Invariant Mass DNN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89446-4678-46AC-5676-E154173E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Monday, October 27,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FC7D1-08F7-FC39-F6F5-DDD0435AC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26A3C-01B5-BC11-FA3F-63263836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477AB9-B332-E2DB-8F29-6B0C21DD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31" y="1690688"/>
            <a:ext cx="8130063" cy="42153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F6EAC99-DA86-0B76-8880-01C72B895FA7}"/>
              </a:ext>
            </a:extLst>
          </p:cNvPr>
          <p:cNvSpPr txBox="1"/>
          <p:nvPr/>
        </p:nvSpPr>
        <p:spPr>
          <a:xfrm>
            <a:off x="8696107" y="1690688"/>
            <a:ext cx="26396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Figure 3: Bar chart of relative importances of different variables used (Note that the two etas are actually cosine values)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u="sng" dirty="0"/>
              <a:t>Questions</a:t>
            </a:r>
            <a:endParaRPr lang="en-GB" dirty="0"/>
          </a:p>
          <a:p>
            <a:endParaRPr lang="en-GB" dirty="0"/>
          </a:p>
          <a:p>
            <a:r>
              <a:rPr lang="en-GB" dirty="0"/>
              <a:t>Need a bit of help with using the CSF </a:t>
            </a:r>
          </a:p>
        </p:txBody>
      </p:sp>
    </p:spTree>
    <p:extLst>
      <p:ext uri="{BB962C8B-B14F-4D97-AF65-F5344CB8AC3E}">
        <p14:creationId xmlns:p14="http://schemas.microsoft.com/office/powerpoint/2010/main" val="1514051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Offic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ante">
      <a:majorFont>
        <a:latin typeface="Georgia Pro"/>
        <a:ea typeface=""/>
        <a:cs typeface=""/>
      </a:majorFont>
      <a:minorFont>
        <a:latin typeface="Georgi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101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Dante (Headings)2</vt:lpstr>
      <vt:lpstr>Helvetica Neue Medium</vt:lpstr>
      <vt:lpstr>Arial</vt:lpstr>
      <vt:lpstr>Georgia Pro</vt:lpstr>
      <vt:lpstr>Wingdings 2</vt:lpstr>
      <vt:lpstr>OffsetVTI</vt:lpstr>
      <vt:lpstr>MPhys Project Week 4</vt:lpstr>
      <vt:lpstr>4-Top Invariant Mass DNN</vt:lpstr>
      <vt:lpstr>4-Top Invariant Mass DNN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Cowburn</dc:creator>
  <cp:lastModifiedBy>Ian Cowburn</cp:lastModifiedBy>
  <cp:revision>3</cp:revision>
  <dcterms:created xsi:type="dcterms:W3CDTF">2025-10-14T07:52:37Z</dcterms:created>
  <dcterms:modified xsi:type="dcterms:W3CDTF">2025-10-27T22:50:54Z</dcterms:modified>
</cp:coreProperties>
</file>