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75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0542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5577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17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10/6/2025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328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10/6/2025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950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10/6/2025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062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45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10/6/2025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0740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4010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5033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10/6/2025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234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719ED-7D14-C5D6-993D-A39F61BCD1A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E9D00D9-C4F5-471E-BE2C-126CB112A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406" y="0"/>
            <a:ext cx="8543515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886E4D-4908-0641-9990-47C4AD6D35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892948" cy="3427867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MPhys Project</a:t>
            </a:r>
            <a:br>
              <a:rPr lang="en-GB">
                <a:solidFill>
                  <a:srgbClr val="FFFFFF"/>
                </a:solidFill>
              </a:rPr>
            </a:br>
            <a:r>
              <a:rPr lang="en-GB">
                <a:solidFill>
                  <a:srgbClr val="FFFFFF"/>
                </a:solidFill>
              </a:rPr>
              <a:t>Week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E2140E-1B70-6E56-0136-9F22C3813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970" y="5253051"/>
            <a:ext cx="4892948" cy="812923"/>
          </a:xfrm>
        </p:spPr>
        <p:txBody>
          <a:bodyPr anchor="t"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Ian &amp; Aathavan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320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9289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34E3C-637B-0C6F-8FDC-FA2128E97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217867"/>
            <a:ext cx="10890929" cy="1097280"/>
          </a:xfrm>
        </p:spPr>
        <p:txBody>
          <a:bodyPr/>
          <a:lstStyle/>
          <a:p>
            <a:r>
              <a:rPr lang="en-GB" dirty="0"/>
              <a:t>Completed Exercises 1 through 4 &amp; Made Notes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302851-9B38-7C5F-D533-B37A18AA97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68" y="2164273"/>
            <a:ext cx="3741362" cy="19166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B9F6DB-6E9F-2D9D-99EA-2E4833EED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246" y="4478685"/>
            <a:ext cx="3839084" cy="20154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8261D1-1DD9-2880-6150-4E7F7E1205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891" y="2164273"/>
            <a:ext cx="2804488" cy="27497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45C5C38-577B-EDF9-B7FC-4864D771868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3527" y="4881334"/>
            <a:ext cx="3368800" cy="179690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808AE01-55B3-1261-6BD7-A5E2C8500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3940" y="2302182"/>
            <a:ext cx="2173314" cy="419193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4728E7F-AB82-5781-FEEC-AD6070405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13730" y="2302182"/>
            <a:ext cx="2206249" cy="381079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47D4416-92E3-9158-2E58-0BF383C55A4E}"/>
              </a:ext>
            </a:extLst>
          </p:cNvPr>
          <p:cNvSpPr txBox="1"/>
          <p:nvPr/>
        </p:nvSpPr>
        <p:spPr>
          <a:xfrm>
            <a:off x="72020" y="1887274"/>
            <a:ext cx="1326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Exercise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77D095-7BE2-58CE-7C0F-DA4870C7B51A}"/>
              </a:ext>
            </a:extLst>
          </p:cNvPr>
          <p:cNvSpPr txBox="1"/>
          <p:nvPr/>
        </p:nvSpPr>
        <p:spPr>
          <a:xfrm>
            <a:off x="58497" y="4141302"/>
            <a:ext cx="13262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Exercise 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4ACC75-A0C1-E0AC-E570-49B1CE6082C7}"/>
              </a:ext>
            </a:extLst>
          </p:cNvPr>
          <p:cNvSpPr txBox="1"/>
          <p:nvPr/>
        </p:nvSpPr>
        <p:spPr>
          <a:xfrm>
            <a:off x="4253527" y="2302182"/>
            <a:ext cx="1204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Exercise 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C2ACFC-089D-4E51-A2B0-82C188E8ACA3}"/>
              </a:ext>
            </a:extLst>
          </p:cNvPr>
          <p:cNvSpPr txBox="1"/>
          <p:nvPr/>
        </p:nvSpPr>
        <p:spPr>
          <a:xfrm>
            <a:off x="4225294" y="4574729"/>
            <a:ext cx="120495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Exercise 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2AE3117-35E4-AC7C-71BF-99911E2AA9FF}"/>
              </a:ext>
            </a:extLst>
          </p:cNvPr>
          <p:cNvSpPr txBox="1"/>
          <p:nvPr/>
        </p:nvSpPr>
        <p:spPr>
          <a:xfrm>
            <a:off x="10058867" y="6186335"/>
            <a:ext cx="19125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/>
              <a:t>Example Notes</a:t>
            </a:r>
          </a:p>
        </p:txBody>
      </p:sp>
    </p:spTree>
    <p:extLst>
      <p:ext uri="{BB962C8B-B14F-4D97-AF65-F5344CB8AC3E}">
        <p14:creationId xmlns:p14="http://schemas.microsoft.com/office/powerpoint/2010/main" val="2808752896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26</Words>
  <Application>Microsoft Office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Grandview Display</vt:lpstr>
      <vt:lpstr>DashVTI</vt:lpstr>
      <vt:lpstr>MPhys Project Week 1</vt:lpstr>
      <vt:lpstr>Completed Exercises 1 through 4 &amp; Made Notes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Cowburn</dc:creator>
  <cp:lastModifiedBy>Ian Cowburn</cp:lastModifiedBy>
  <cp:revision>1</cp:revision>
  <dcterms:created xsi:type="dcterms:W3CDTF">2025-10-06T22:58:10Z</dcterms:created>
  <dcterms:modified xsi:type="dcterms:W3CDTF">2025-10-06T23:06:13Z</dcterms:modified>
</cp:coreProperties>
</file>